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A6C149D-A2FE-4BB8-96F8-3E41377951B4}">
          <p14:sldIdLst>
            <p14:sldId id="256"/>
            <p14:sldId id="257"/>
            <p14:sldId id="258"/>
            <p14:sldId id="259"/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322577"/>
            <a:ext cx="9361995" cy="2212848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Rockwell" panose="02060603020205020403" pitchFamily="18" charset="0"/>
              </a:rPr>
              <a:t>Full Stack Development with MERN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9361995" cy="1126283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latin typeface="Rockwell" panose="02060603020205020403" pitchFamily="18" charset="0"/>
              </a:rPr>
              <a:t>Online Shop </a:t>
            </a:r>
            <a:r>
              <a:rPr lang="en-US" sz="2400" dirty="0">
                <a:latin typeface="Rockwell" panose="02060603020205020403" pitchFamily="18" charset="0"/>
              </a:rPr>
              <a:t>– MERN Full Stack E-Commerce </a:t>
            </a:r>
          </a:p>
        </p:txBody>
      </p:sp>
    </p:spTree>
    <p:extLst>
      <p:ext uri="{BB962C8B-B14F-4D97-AF65-F5344CB8AC3E}">
        <p14:creationId xmlns:p14="http://schemas.microsoft.com/office/powerpoint/2010/main" val="381237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Rockwell" panose="02060603020205020403" pitchFamily="18" charset="0"/>
              </a:rPr>
              <a:t>Introduction:</a:t>
            </a:r>
            <a:endParaRPr lang="en-US" dirty="0">
              <a:latin typeface="Rockwell" panose="020606030202050204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60320" y="2048256"/>
            <a:ext cx="8944292" cy="386296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 smtClean="0">
                <a:latin typeface="Rockwell" panose="02060603020205020403" pitchFamily="18" charset="0"/>
              </a:rPr>
              <a:t>Project Title 	   	:	Online Shop - </a:t>
            </a:r>
            <a:r>
              <a:rPr lang="en-US" dirty="0">
                <a:latin typeface="Rockwell" panose="02060603020205020403" pitchFamily="18" charset="0"/>
              </a:rPr>
              <a:t>MERN Full Stack E-Commerce </a:t>
            </a:r>
            <a:endParaRPr lang="en-US" dirty="0" smtClean="0">
              <a:latin typeface="Rockwell" panose="02060603020205020403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 smtClean="0">
                <a:latin typeface="Rockwell" panose="02060603020205020403" pitchFamily="18" charset="0"/>
              </a:rPr>
              <a:t>Team Members	:	Sruthi S </a:t>
            </a:r>
            <a:endParaRPr lang="en-US" dirty="0"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7773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83482"/>
          </a:xfrm>
        </p:spPr>
        <p:txBody>
          <a:bodyPr/>
          <a:lstStyle/>
          <a:p>
            <a:r>
              <a:rPr lang="en-US" dirty="0" smtClean="0">
                <a:latin typeface="Rockwell" panose="02060603020205020403" pitchFamily="18" charset="0"/>
              </a:rPr>
              <a:t>Project Overview:</a:t>
            </a:r>
            <a:endParaRPr lang="en-US" dirty="0">
              <a:latin typeface="Rockwell" panose="020606030202050204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234440"/>
            <a:ext cx="8915400" cy="5559552"/>
          </a:xfrm>
        </p:spPr>
        <p:txBody>
          <a:bodyPr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2400" b="1" dirty="0" smtClean="0">
                <a:latin typeface="Rockwell" panose="02060603020205020403" pitchFamily="18" charset="0"/>
                <a:cs typeface="Times New Roman" panose="02020603050405020304" pitchFamily="18" charset="0"/>
              </a:rPr>
              <a:t>Purpose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lnSpc>
                <a:spcPct val="160000"/>
              </a:lnSpc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purpose of this project is to design and develop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full-stack e-commerce web application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allows users to browse products, manage their shopping cart, and place orders online. The system also provides administrative features to manage products, users, and orders efficiently.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60000"/>
              </a:lnSpc>
            </a:pPr>
            <a:r>
              <a:rPr lang="en-US" sz="2400" b="1" dirty="0" smtClean="0">
                <a:latin typeface="Rockwell" panose="02060603020205020403" pitchFamily="18" charset="0"/>
                <a:cs typeface="Times New Roman" panose="02020603050405020304" pitchFamily="18" charset="0"/>
              </a:rPr>
              <a:t>Features:</a:t>
            </a:r>
          </a:p>
          <a:p>
            <a:pPr marL="0" lvl="0" indent="0" algn="just" defTabSz="91440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signup and login</a:t>
            </a:r>
          </a:p>
          <a:p>
            <a:pPr marL="0" lvl="0" indent="0" algn="just" defTabSz="91440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listing and search</a:t>
            </a:r>
          </a:p>
          <a:p>
            <a:pPr marL="0" lvl="0" indent="0" algn="just" defTabSz="91440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and remove items from cart</a:t>
            </a:r>
          </a:p>
          <a:p>
            <a:pPr marL="0" lvl="0" indent="0" algn="just" defTabSz="91440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 placement and order history</a:t>
            </a:r>
          </a:p>
          <a:p>
            <a:pPr marL="0" lvl="0" indent="0" algn="just" defTabSz="91440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 user authentication</a:t>
            </a:r>
          </a:p>
          <a:p>
            <a:pPr marL="0" indent="0" algn="just">
              <a:lnSpc>
                <a:spcPct val="160000"/>
              </a:lnSpc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60000"/>
              </a:lnSpc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6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6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3824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Rockwell" panose="02060603020205020403" pitchFamily="18" charset="0"/>
                <a:cs typeface="Times New Roman" panose="02020603050405020304" pitchFamily="18" charset="0"/>
              </a:rPr>
              <a:t>Architecture</a:t>
            </a:r>
            <a:r>
              <a:rPr lang="en-US" dirty="0" smtClean="0">
                <a:latin typeface="Rockwell" panose="02060603020205020403" pitchFamily="18" charset="0"/>
              </a:rPr>
              <a:t> :</a:t>
            </a:r>
            <a:endParaRPr lang="en-US" dirty="0">
              <a:latin typeface="Rockwell" panose="020606030202050204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8448" y="1560945"/>
            <a:ext cx="8915400" cy="4359513"/>
          </a:xfrm>
        </p:spPr>
        <p:txBody>
          <a:bodyPr>
            <a:norm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is developed using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React.js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follows a component-based architecture. React Router is used for page navigation, and state management is handled efficiently for cart and user data. The UI is responsive and user-friendly.</a:t>
            </a: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backend is implemented using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 and Express.js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It exposes RESTful APIs to handle user authentication, product management, cart operations, and order processing. Middleware is used for validation, authentication, and error handling.</a:t>
            </a: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MongoDB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used as the database to store user information, product details, cart data, and order records. The database structure is designed to support scalability and fast data access.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30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 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616364"/>
            <a:ext cx="8915400" cy="4294858"/>
          </a:xfrm>
        </p:spPr>
        <p:txBody>
          <a:bodyPr>
            <a:no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Prerequisites: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Code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Postman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Installation: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the client folder and install required packages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the server folder and install backend dependencies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 environment variables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the MongoDB service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8077160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71</TotalTime>
  <Words>60</Words>
  <Application>Microsoft Office PowerPoint</Application>
  <PresentationFormat>Widescreen</PresentationFormat>
  <Paragraphs>36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Century Gothic</vt:lpstr>
      <vt:lpstr>Rockwell</vt:lpstr>
      <vt:lpstr>Times New Roman</vt:lpstr>
      <vt:lpstr>Wingdings</vt:lpstr>
      <vt:lpstr>Wingdings 3</vt:lpstr>
      <vt:lpstr>Wisp</vt:lpstr>
      <vt:lpstr>Full Stack Development with MERN</vt:lpstr>
      <vt:lpstr>Introduction:</vt:lpstr>
      <vt:lpstr>Project Overview:</vt:lpstr>
      <vt:lpstr>Architecture :</vt:lpstr>
      <vt:lpstr>Setup Instructions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Full Stack Development with MERN</dc:title>
  <dc:creator>Admin</dc:creator>
  <cp:lastModifiedBy>Admin</cp:lastModifiedBy>
  <cp:revision>7</cp:revision>
  <dcterms:created xsi:type="dcterms:W3CDTF">2025-12-19T10:57:21Z</dcterms:created>
  <dcterms:modified xsi:type="dcterms:W3CDTF">2025-12-19T12:08:45Z</dcterms:modified>
</cp:coreProperties>
</file>